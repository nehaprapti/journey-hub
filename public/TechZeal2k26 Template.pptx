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437"/>
    <a:srgbClr val="FFD9DA"/>
    <a:srgbClr val="83A74A"/>
    <a:srgbClr val="318BA3"/>
    <a:srgbClr val="5E53C9"/>
    <a:srgbClr val="C1403A"/>
    <a:srgbClr val="E881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FBC86-BB54-4431-9DFA-35261EA22A69}" v="44" dt="2025-10-24T11:23:46.008"/>
    <p1510:client id="{19951C75-4BFF-4219-8C46-A7D952DF740B}" v="200" dt="2025-10-24T16:17:07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41" autoAdjust="0"/>
    <p:restoredTop sz="94660"/>
  </p:normalViewPr>
  <p:slideViewPr>
    <p:cSldViewPr snapToGrid="0">
      <p:cViewPr>
        <p:scale>
          <a:sx n="83" d="100"/>
          <a:sy n="83" d="100"/>
        </p:scale>
        <p:origin x="350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9:50:02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09:50:2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3A1F1-4F74-4647-901F-23DF3CE49D92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C736B-9BB0-4402-AD10-277703364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36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1FD3-E859-F44C-13F1-60E19D768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F5D66-E663-1FC8-DA9B-81CE28D0F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04F14-EB21-06B2-1A91-9E701A8E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B604-CCA2-4411-A27A-E7EAC490C5B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F355C-DE68-6F7A-D3EB-834727E7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6021-4B84-FCA1-CB84-F14A584E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6593-7B85-B53B-687C-55C7043D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82C80-5676-C242-3114-BC804027A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2802-5A84-CFA8-5253-C1EA841BC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7B60-6CC5-4579-8AC4-6D19D5B6EC5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893F5-8C37-48FF-C346-D2780551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1DCCB-463E-62C8-B0FE-9B3F15F9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0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ACBC-A6F2-312E-4A73-E93A2A55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05ACB-6800-2672-8A49-E56461CA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2F74D-9E33-7B96-73AF-7F25350F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1A7C-4301-4B57-9A5F-ABEF13FF8B2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C2277-C3C0-C763-F8A7-C7731A4D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1071A-9605-3F48-EFC3-82C3A8AD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95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B81F-8A28-38BD-32FD-979A46B9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F88B-A512-258C-E30D-54DDE1F89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DD86B-EBA6-2CA6-A84C-0F3A7E8F9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3DF20-C2F6-3207-E882-8EA30BF1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E11B8-7CEB-464C-B5A7-41DCD68E5A97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7F06D-94D5-E57D-AD49-B1715FC8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F1EC9-37E2-1FF0-D999-C6A8AD1B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370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02AB-6645-4743-A091-58DB056F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F58D3-9E95-16A7-46CA-8A2F0024A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D3FD2-AD06-5A5D-B09C-C8363C0BC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DA27E-9666-7B77-927C-7391ABF52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2F641-ECE0-9D5D-9311-6477427A0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60FBC-688E-5FC0-7B86-FE990159E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A489-DD32-420A-8868-623520891A49}" type="datetime1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6AED1-1FF2-02F4-7E3A-EF5F7219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75EE0-7ECC-185F-025B-CCB39429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34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3799-FF30-4F26-D45C-5557EC8D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3CEC-A0CB-39D7-42CC-9796C6C3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2CA3-6DD2-4E1E-ADD9-69A247C52CBB}" type="datetime1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1DF23-2B79-1543-5F2D-ECC9DDDD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59506-36BC-6825-FA2E-E8A435C6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39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EC653-97BC-C721-0149-6E7B6A3A2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9391A-E610-4044-AE56-4441FA67E3A3}" type="datetime1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9392B-4288-B81B-EDC5-7FAEEDD2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6D24-D97A-64CE-D649-267C2CB8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3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C784-21F0-0E9B-B4DC-5008FFFA3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EC441-FC1B-81CD-FBF0-2FC1188DD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7BF1C-6103-BF8F-BD12-881DA4C20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CE473-6C04-E298-8CE7-0F0F8E5D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25E-6E82-4A91-BE9A-EC3605402A0B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2B230-E42B-D2AC-ECB8-12D8C381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B0800-6CE4-057E-55A9-3906A87A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69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2F7E-1CD0-517C-FE57-9E74B6D2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B6434-3B3A-24B1-702E-4ABCFF446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F11B4-36EC-0434-A88F-1B6E88500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7110A-7070-D2DB-5AA8-05DE43B75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32E58-FB70-45C1-9056-C12F0A908353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E43FF-C827-CFB1-AF1D-CAF25F6C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DD179-F793-3DED-2065-C0708AD5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32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59A4-6715-03C9-36B3-7AE3535B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7DF1BC-6940-5EA1-7002-B36FC2A48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904E-2FD0-2B21-FF49-2B2D09EF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2CFD6-C71D-449C-B982-DF7167C7B21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0CADA-D065-1736-596F-122A820C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1F24C-7E84-C5D6-16BA-39605205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56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B9017-52A3-A127-7819-6A1B1A40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87687-DA50-6729-1EB9-153E817B7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B48E3-FFC6-8CBA-2A32-58CD2C66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4E94-381A-48A8-B403-1BA7644B3F0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9D5FA-626C-931D-F9CE-E1B4B5F1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245EA-8EF6-3F70-3063-07B2D3CC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8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596B58-EF35-F479-CF68-73C2B464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05DAC-64D8-7224-895C-FA9F98D01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705BD-9465-2940-FFC6-94F9BF10A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86489-00A1-498A-BD43-BCB1455440E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70026-CC1D-D648-773E-BB541E551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94079-EACF-97C4-0DCD-A1B656BB6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DE4A8-97FF-4128-9D96-88E96A9BE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3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AA3946-54A5-0186-8CF7-F485C52CB9E4}"/>
              </a:ext>
            </a:extLst>
          </p:cNvPr>
          <p:cNvSpPr/>
          <p:nvPr/>
        </p:nvSpPr>
        <p:spPr>
          <a:xfrm>
            <a:off x="497531" y="850186"/>
            <a:ext cx="10954482" cy="54913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Title</a:t>
            </a:r>
          </a:p>
          <a:p>
            <a:pPr algn="ctr"/>
            <a:r>
              <a:rPr lang="en-US" sz="2400" dirty="0"/>
              <a:t>Team Leader Name1, Year - Dept., College Name</a:t>
            </a:r>
          </a:p>
          <a:p>
            <a:pPr algn="ctr"/>
            <a:r>
              <a:rPr lang="en-US" sz="2400" dirty="0"/>
              <a:t>Team member Name2, Year - Dept., College Name</a:t>
            </a:r>
            <a:endParaRPr lang="en-IN" sz="2400" dirty="0"/>
          </a:p>
          <a:p>
            <a:pPr algn="ctr"/>
            <a:r>
              <a:rPr lang="en-US" sz="2400" dirty="0"/>
              <a:t>Team member Name3, Year - Dept., College Name</a:t>
            </a:r>
            <a:endParaRPr lang="en-IN" sz="2400" dirty="0"/>
          </a:p>
          <a:p>
            <a:pPr algn="ctr"/>
            <a:r>
              <a:rPr lang="en-US" sz="2400" dirty="0"/>
              <a:t>Team member Name4, Year - Dept., College Name</a:t>
            </a:r>
            <a:endParaRPr lang="en-IN" sz="2400" dirty="0"/>
          </a:p>
          <a:p>
            <a:pPr algn="ctr"/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162D6-3BF6-3B93-25DA-750CB7AF8FFD}"/>
              </a:ext>
            </a:extLst>
          </p:cNvPr>
          <p:cNvSpPr txBox="1"/>
          <p:nvPr/>
        </p:nvSpPr>
        <p:spPr>
          <a:xfrm>
            <a:off x="739987" y="3595846"/>
            <a:ext cx="1847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908F1-4233-C6AC-8230-9B6447CCE087}"/>
              </a:ext>
            </a:extLst>
          </p:cNvPr>
          <p:cNvSpPr txBox="1"/>
          <p:nvPr/>
        </p:nvSpPr>
        <p:spPr>
          <a:xfrm>
            <a:off x="631267" y="5043823"/>
            <a:ext cx="10924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52A17-1F84-1702-C988-A8A9B563509E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767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0F2132-8FDA-4C2E-0A2A-1E07EBCA5929}"/>
              </a:ext>
            </a:extLst>
          </p:cNvPr>
          <p:cNvSpPr/>
          <p:nvPr/>
        </p:nvSpPr>
        <p:spPr>
          <a:xfrm>
            <a:off x="581024" y="249972"/>
            <a:ext cx="396240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Problem Research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D7B4F3-5CE1-4534-11EC-3742AED0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2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5690D9-A9E9-9536-40E0-B8328F2F7E64}"/>
                  </a:ext>
                </a:extLst>
              </p14:cNvPr>
              <p14:cNvContentPartPr/>
              <p14:nvPr/>
            </p14:nvContentPartPr>
            <p14:xfrm>
              <a:off x="2496096" y="2459376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5690D9-A9E9-9536-40E0-B8328F2F7E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9976" y="2453256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DD4E16C-679B-7798-E34D-A5FE2C9A37C3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59738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6AE8A-6712-F1F0-6EA2-F9AB2D0D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20BAD5-ADC2-AD95-3343-8C6837E87C69}"/>
              </a:ext>
            </a:extLst>
          </p:cNvPr>
          <p:cNvSpPr/>
          <p:nvPr/>
        </p:nvSpPr>
        <p:spPr>
          <a:xfrm>
            <a:off x="581024" y="228602"/>
            <a:ext cx="396240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System Architecture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A2D836-2ED9-5769-41C6-E2E707F5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3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B4F0061-2AC5-A48C-5F65-7593E32580D1}"/>
                  </a:ext>
                </a:extLst>
              </p14:cNvPr>
              <p14:cNvContentPartPr/>
              <p14:nvPr/>
            </p14:nvContentPartPr>
            <p14:xfrm>
              <a:off x="-265104" y="183780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B4F0061-2AC5-A48C-5F65-7593E32580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71224" y="18316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6BED270-18B9-D506-BFE7-24B9778D5527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4524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51BF-D3BD-131D-0939-7F04E89E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508D25-3DBF-624D-D018-93F180A4B235}"/>
              </a:ext>
            </a:extLst>
          </p:cNvPr>
          <p:cNvSpPr/>
          <p:nvPr/>
        </p:nvSpPr>
        <p:spPr>
          <a:xfrm>
            <a:off x="581024" y="249972"/>
            <a:ext cx="396240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Methodology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E2FF840-0E5F-6571-FD2E-79E9FAE6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CF60B-6C43-4ABD-2D10-9361795E4B65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2324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7466-F5DC-E4BC-D3E0-C1177806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E7EBD1-A8AC-7B14-568F-FC72E4A1C39B}"/>
              </a:ext>
            </a:extLst>
          </p:cNvPr>
          <p:cNvSpPr/>
          <p:nvPr/>
        </p:nvSpPr>
        <p:spPr>
          <a:xfrm>
            <a:off x="581024" y="249972"/>
            <a:ext cx="396240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Novelty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AEA4F61-E993-EF78-402B-1B10705F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5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C33A39-AB7D-A33A-2304-4B771491C48B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34886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CE4E-BD6A-ACA2-7D46-DA490F8ED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374BB2-73EF-DD48-1EE9-F9615A5884B8}"/>
              </a:ext>
            </a:extLst>
          </p:cNvPr>
          <p:cNvSpPr/>
          <p:nvPr/>
        </p:nvSpPr>
        <p:spPr>
          <a:xfrm>
            <a:off x="581024" y="249972"/>
            <a:ext cx="396240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Technical Stack 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D66EEDF-C159-C4C8-7C28-B648A000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6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01EA6-B61F-DA9C-2705-99773E9173D6}"/>
              </a:ext>
            </a:extLst>
          </p:cNvPr>
          <p:cNvSpPr/>
          <p:nvPr/>
        </p:nvSpPr>
        <p:spPr>
          <a:xfrm>
            <a:off x="1882720" y="5243332"/>
            <a:ext cx="9715121" cy="1194298"/>
          </a:xfrm>
          <a:prstGeom prst="rect">
            <a:avLst/>
          </a:prstGeom>
          <a:noFill/>
          <a:ln cap="rnd" cmpd="sng">
            <a:noFill/>
            <a:prstDash val="lgDashDot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F5A02-499C-56D3-E763-4DEF6A97E128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8651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6254-6190-5C25-36C2-2006C5C2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DAC8C1-65CB-0DC4-65DB-A6F047212268}"/>
              </a:ext>
            </a:extLst>
          </p:cNvPr>
          <p:cNvSpPr/>
          <p:nvPr/>
        </p:nvSpPr>
        <p:spPr>
          <a:xfrm>
            <a:off x="581024" y="249972"/>
            <a:ext cx="3962401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Screen Shoot (if any)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B29FEF8-FE9A-D589-E5DB-E30EDD3A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92718-A78F-504A-726D-E4EB456AFE06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848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EA96-16B1-7FBE-4083-5F4A3EEA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BB0E3-3A4E-9643-DE4D-D114276B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E4A8-97FF-4128-9D96-88E96A9BE29B}" type="slidenum">
              <a:rPr lang="en-IN" smtClean="0"/>
              <a:t>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3EA87B-DE15-0D5D-224B-085460C9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319405"/>
            <a:ext cx="3898392" cy="94246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References (if any)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B0C20-8CA0-3DFC-6415-0F2B17F01F15}"/>
              </a:ext>
            </a:extLst>
          </p:cNvPr>
          <p:cNvSpPr txBox="1"/>
          <p:nvPr/>
        </p:nvSpPr>
        <p:spPr>
          <a:xfrm>
            <a:off x="10085832" y="155448"/>
            <a:ext cx="1938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/>
                <a:solidFill>
                  <a:schemeClr val="accent3"/>
                </a:solidFill>
              </a:rPr>
              <a:t>TechZeal’26</a:t>
            </a:r>
            <a:endParaRPr lang="en-IN" sz="2400" b="1" dirty="0">
              <a:ln/>
              <a:solidFill>
                <a:schemeClr val="accent3"/>
              </a:solidFill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0827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75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(if any)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Prakash R</dc:creator>
  <cp:lastModifiedBy>THIGANTH K</cp:lastModifiedBy>
  <cp:revision>2</cp:revision>
  <dcterms:created xsi:type="dcterms:W3CDTF">2025-10-24T10:32:31Z</dcterms:created>
  <dcterms:modified xsi:type="dcterms:W3CDTF">2026-03-02T10:13:48Z</dcterms:modified>
</cp:coreProperties>
</file>